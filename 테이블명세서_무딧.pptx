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A8C86-0246-D6AE-E506-381CE5791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384E75-57FF-3FC8-AC90-144620ADB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806AD0-41BA-13F4-BDCE-B205070B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9E633A-7E49-8DCF-B519-219B0882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255928-FB25-CBB2-A39F-26991C7C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3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E1CDF-CAA5-E294-C3EE-30D735E8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D97316-111C-3871-97BE-DCE5D276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209F4-DAF2-1931-9A63-BCCED150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F5B744-04D2-3624-D4F9-BE3D50C6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C7FC4F-1E47-DF6A-88A6-6082C77D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8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A29E-12D1-7F9B-0C24-ABE52946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AD98CA-56EA-ADCE-82A0-01C13C6CC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8124B-4EAB-C10B-CD3D-FC47D1E7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69C6-39AE-6685-AD2F-DFBBCDB7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33894-529B-07D2-CCA4-DFAF0A1E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0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EA5FF-38B8-1CC9-403F-16901C6D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615F4-2CEF-A8F4-0025-49F1125B8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ABF8AC-975B-C37E-A632-261ACD5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E301F1-9C16-B863-3FF9-011D5B51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4F5F89-4BBC-7FFE-55E1-3C71D575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02AF4-4D10-F208-344B-111644E0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15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B40BF-7A36-D862-DDDD-66D2B575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886A4-4661-9240-D6F1-53175C108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AAFA50-0284-2B3E-28AA-EE5587172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16782-BE5C-AFE5-9ACD-15F58F483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EECEE-B769-92F6-0612-E4AA789D1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C54719-CAA1-1D5E-68C5-193F18FD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006E7F-C215-4E79-4A82-E4260367D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37ADC4-4E85-ACA1-1DCD-84270F9F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01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5826F-FE93-5C7A-8914-B10CA18C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EF89F7-2053-F318-0858-71E9DD44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908973-D545-6F9A-60DD-27E45B98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37D7F3-E500-F6EB-EE8F-30DD821F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249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15FE38-90C3-CDCE-ED77-4FB88DF4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592E68-5B1C-849A-A8A6-D99C2BBE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6D51-5533-8834-19DA-07471A39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27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514AE-7249-8D1B-FCB1-7A7C3428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F9615-544A-765C-889D-09FD999A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3A2EBC-4084-8D20-51D3-D34E0EB0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9679B0-3900-127A-4E8B-6EFAE8B5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02D0B-BB87-F170-80EA-54C5A27C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837F33-AE53-B32C-737D-91BA06BA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1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D2107-9AA7-57F9-B103-8F5D96CB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69A557-0CEE-34C6-1E3B-9034C040F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58F78E-963E-D295-74C2-B83733ED6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43474A-4598-8608-8F9B-95E742F1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F5BF4-60FE-909E-8A8F-91EF7E4D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B64412-4E13-F437-99D6-FAD54B58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51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078C5-A436-9CAD-E8BC-36A6070A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A06B90-AB87-D4D0-F1B1-DC0A68254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C2AF74-F9DD-321B-7B89-0847052B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BB60D-4613-AAF2-4018-3BDAB39C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03894-64B6-C596-F55A-ABA28DD6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34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37BC00-0E0D-705C-0BE2-17D14DD4A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EE6495-1FEC-3BFC-BEE0-3425863E9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733D-CED7-DD31-EF75-FB2DA220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84467-8F1E-C441-90D2-E40A6492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8F8311-E924-3F03-8742-AF6B8FBD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6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88448D-9FA2-6D06-407C-9E69B7DD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82BF6A-81EB-88D7-7553-7567812E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F5655-492D-4FDC-A288-B71833B79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00D7B-F263-7683-9D19-4A22F26CD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971C3-5880-0D9B-155E-E75F4799A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6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93CABF-861D-D60D-F63C-96FB9B361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4000" dirty="0">
                <a:solidFill>
                  <a:schemeClr val="tx2"/>
                </a:solidFill>
              </a:rPr>
              <a:t>테이블명세서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AEA22F-1056-91C2-C67E-340D266CB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2000">
                <a:solidFill>
                  <a:schemeClr val="tx2"/>
                </a:solidFill>
              </a:rPr>
              <a:t>2501110211 </a:t>
            </a:r>
            <a:r>
              <a:rPr lang="ko-KR" altLang="en-US" sz="2000" dirty="0">
                <a:solidFill>
                  <a:schemeClr val="tx2"/>
                </a:solidFill>
              </a:rPr>
              <a:t>박찬웅</a:t>
            </a:r>
          </a:p>
        </p:txBody>
      </p:sp>
      <p:pic>
        <p:nvPicPr>
          <p:cNvPr id="7" name="Graphic 6" descr="데이터베이스">
            <a:extLst>
              <a:ext uri="{FF2B5EF4-FFF2-40B4-BE49-F238E27FC236}">
                <a16:creationId xmlns:a16="http://schemas.microsoft.com/office/drawing/2014/main" id="{E6215FE8-39B9-FFAE-66A8-23D6C4346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25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F6453AC-9896-03E5-E0B6-AD6AC298D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595876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80867688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873851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980259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90926090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699499319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1220787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565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사용자</a:t>
                      </a:r>
                      <a:r>
                        <a:rPr lang="en-US" altLang="ko-KR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중복 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7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암호화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18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닉네임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76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0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gender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‘M’ or ‘F’ check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39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010-XXXX-XXXX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0759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C42363-8BFB-805E-D9C1-1D9C8CCDC25E}"/>
              </a:ext>
            </a:extLst>
          </p:cNvPr>
          <p:cNvSpPr txBox="1"/>
          <p:nvPr/>
        </p:nvSpPr>
        <p:spPr>
          <a:xfrm>
            <a:off x="4962525" y="681772"/>
            <a:ext cx="264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사용자</a:t>
            </a:r>
          </a:p>
        </p:txBody>
      </p:sp>
    </p:spTree>
    <p:extLst>
      <p:ext uri="{BB962C8B-B14F-4D97-AF65-F5344CB8AC3E}">
        <p14:creationId xmlns:p14="http://schemas.microsoft.com/office/powerpoint/2010/main" val="195253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40AA67-7D07-E936-F10F-F684385AD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762210"/>
              </p:ext>
            </p:extLst>
          </p:nvPr>
        </p:nvGraphicFramePr>
        <p:xfrm>
          <a:off x="1822450" y="2738966"/>
          <a:ext cx="8769350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764">
                  <a:extLst>
                    <a:ext uri="{9D8B030D-6E8A-4147-A177-3AD203B41FA5}">
                      <a16:colId xmlns:a16="http://schemas.microsoft.com/office/drawing/2014/main" val="339518445"/>
                    </a:ext>
                  </a:extLst>
                </a:gridCol>
                <a:gridCol w="1693353">
                  <a:extLst>
                    <a:ext uri="{9D8B030D-6E8A-4147-A177-3AD203B41FA5}">
                      <a16:colId xmlns:a16="http://schemas.microsoft.com/office/drawing/2014/main" val="850795176"/>
                    </a:ext>
                  </a:extLst>
                </a:gridCol>
                <a:gridCol w="1461558">
                  <a:extLst>
                    <a:ext uri="{9D8B030D-6E8A-4147-A177-3AD203B41FA5}">
                      <a16:colId xmlns:a16="http://schemas.microsoft.com/office/drawing/2014/main" val="111935166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3458619759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566397772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222225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813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분류코드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영문 대문자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자리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Chill – CH</a:t>
                      </a:r>
                    </a:p>
                    <a:p>
                      <a:pPr latinLnBrk="1"/>
                      <a:r>
                        <a:rPr lang="en-US" altLang="ko-KR" dirty="0"/>
                        <a:t>Calm </a:t>
                      </a:r>
                      <a:r>
                        <a:rPr lang="en-US" altLang="ko-KR"/>
                        <a:t>– CA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Stylish – ST</a:t>
                      </a:r>
                    </a:p>
                    <a:p>
                      <a:pPr latinLnBrk="1"/>
                      <a:r>
                        <a:rPr lang="en-US" altLang="ko-KR" dirty="0"/>
                        <a:t>Cozy - CO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673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분류명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538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1F35ED-4220-1B7F-265F-26C28B717854}"/>
              </a:ext>
            </a:extLst>
          </p:cNvPr>
          <p:cNvSpPr txBox="1"/>
          <p:nvPr/>
        </p:nvSpPr>
        <p:spPr>
          <a:xfrm>
            <a:off x="4562476" y="1253272"/>
            <a:ext cx="264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카테고리</a:t>
            </a:r>
          </a:p>
        </p:txBody>
      </p:sp>
    </p:spTree>
    <p:extLst>
      <p:ext uri="{BB962C8B-B14F-4D97-AF65-F5344CB8AC3E}">
        <p14:creationId xmlns:p14="http://schemas.microsoft.com/office/powerpoint/2010/main" val="123494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AB00ED-E6A8-7A32-1BE0-181760C825E1}"/>
              </a:ext>
            </a:extLst>
          </p:cNvPr>
          <p:cNvSpPr txBox="1"/>
          <p:nvPr/>
        </p:nvSpPr>
        <p:spPr>
          <a:xfrm>
            <a:off x="4591051" y="729397"/>
            <a:ext cx="264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가게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8CF5CE2-F087-0084-E59A-4BEF137DE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593542"/>
              </p:ext>
            </p:extLst>
          </p:nvPr>
        </p:nvGraphicFramePr>
        <p:xfrm>
          <a:off x="1238250" y="2131060"/>
          <a:ext cx="97916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338">
                  <a:extLst>
                    <a:ext uri="{9D8B030D-6E8A-4147-A177-3AD203B41FA5}">
                      <a16:colId xmlns:a16="http://schemas.microsoft.com/office/drawing/2014/main" val="1458808048"/>
                    </a:ext>
                  </a:extLst>
                </a:gridCol>
                <a:gridCol w="1795338">
                  <a:extLst>
                    <a:ext uri="{9D8B030D-6E8A-4147-A177-3AD203B41FA5}">
                      <a16:colId xmlns:a16="http://schemas.microsoft.com/office/drawing/2014/main" val="2519529475"/>
                    </a:ext>
                  </a:extLst>
                </a:gridCol>
                <a:gridCol w="1795338">
                  <a:extLst>
                    <a:ext uri="{9D8B030D-6E8A-4147-A177-3AD203B41FA5}">
                      <a16:colId xmlns:a16="http://schemas.microsoft.com/office/drawing/2014/main" val="2237772451"/>
                    </a:ext>
                  </a:extLst>
                </a:gridCol>
                <a:gridCol w="1049826">
                  <a:extLst>
                    <a:ext uri="{9D8B030D-6E8A-4147-A177-3AD203B41FA5}">
                      <a16:colId xmlns:a16="http://schemas.microsoft.com/office/drawing/2014/main" val="4235600946"/>
                    </a:ext>
                  </a:extLst>
                </a:gridCol>
                <a:gridCol w="1049826">
                  <a:extLst>
                    <a:ext uri="{9D8B030D-6E8A-4147-A177-3AD203B41FA5}">
                      <a16:colId xmlns:a16="http://schemas.microsoft.com/office/drawing/2014/main" val="1533854183"/>
                    </a:ext>
                  </a:extLst>
                </a:gridCol>
                <a:gridCol w="2306033">
                  <a:extLst>
                    <a:ext uri="{9D8B030D-6E8A-4147-A177-3AD203B41FA5}">
                      <a16:colId xmlns:a16="http://schemas.microsoft.com/office/drawing/2014/main" val="1432407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431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가게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중복 불가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자동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14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가게명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73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8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36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분류코드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영문 대문자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자리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774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소개글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0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등록일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279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79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8CD8-B9FB-C8D3-6CE5-422B0687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D54EF0-75A2-70CE-4047-39BB83A97BF4}"/>
              </a:ext>
            </a:extLst>
          </p:cNvPr>
          <p:cNvSpPr txBox="1"/>
          <p:nvPr/>
        </p:nvSpPr>
        <p:spPr>
          <a:xfrm>
            <a:off x="5248276" y="1300897"/>
            <a:ext cx="264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예약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84CB4E-B06E-F7F5-65B8-B52B327CE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853451"/>
              </p:ext>
            </p:extLst>
          </p:nvPr>
        </p:nvGraphicFramePr>
        <p:xfrm>
          <a:off x="1955800" y="2624666"/>
          <a:ext cx="849661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876317380"/>
                    </a:ext>
                  </a:extLst>
                </a:gridCol>
                <a:gridCol w="1671108">
                  <a:extLst>
                    <a:ext uri="{9D8B030D-6E8A-4147-A177-3AD203B41FA5}">
                      <a16:colId xmlns:a16="http://schemas.microsoft.com/office/drawing/2014/main" val="3852711890"/>
                    </a:ext>
                  </a:extLst>
                </a:gridCol>
                <a:gridCol w="1406843">
                  <a:extLst>
                    <a:ext uri="{9D8B030D-6E8A-4147-A177-3AD203B41FA5}">
                      <a16:colId xmlns:a16="http://schemas.microsoft.com/office/drawing/2014/main" val="19765428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353503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380722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27448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기본키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외래키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84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예약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INT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PK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자동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32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사용자</a:t>
                      </a:r>
                      <a:r>
                        <a:rPr lang="en-US" altLang="ko-KR" b="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FK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51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가게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INT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FK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6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예약시간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DATETIME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95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INT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</a:t>
                      </a:r>
                      <a:r>
                        <a:rPr lang="ko-KR" altLang="en-US" b="0" dirty="0"/>
                        <a:t>명 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예약상태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대기</a:t>
                      </a:r>
                      <a:r>
                        <a:rPr lang="en-US" altLang="ko-KR" b="0" dirty="0"/>
                        <a:t>/</a:t>
                      </a:r>
                      <a:r>
                        <a:rPr lang="ko-KR" altLang="en-US" b="0" dirty="0"/>
                        <a:t>확정</a:t>
                      </a:r>
                      <a:r>
                        <a:rPr lang="en-US" altLang="ko-KR" b="0" dirty="0"/>
                        <a:t>/</a:t>
                      </a:r>
                      <a:r>
                        <a:rPr lang="ko-KR" altLang="en-US" b="0" dirty="0"/>
                        <a:t>취소</a:t>
                      </a:r>
                      <a:r>
                        <a:rPr lang="en-US" altLang="ko-KR" b="0" dirty="0"/>
                        <a:t>/</a:t>
                      </a:r>
                      <a:r>
                        <a:rPr lang="ko-KR" altLang="en-US" b="0" dirty="0"/>
                        <a:t>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348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67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AE86-95D8-861D-555D-E5B88F69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98146-0A3A-ECA2-4D87-D85141B758B5}"/>
              </a:ext>
            </a:extLst>
          </p:cNvPr>
          <p:cNvSpPr txBox="1"/>
          <p:nvPr/>
        </p:nvSpPr>
        <p:spPr>
          <a:xfrm>
            <a:off x="4562476" y="1253272"/>
            <a:ext cx="264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리뷰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9FD6D9F-786A-FDBB-2A87-40A2C0EFA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93760"/>
              </p:ext>
            </p:extLst>
          </p:nvPr>
        </p:nvGraphicFramePr>
        <p:xfrm>
          <a:off x="1955800" y="2631016"/>
          <a:ext cx="78263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686">
                  <a:extLst>
                    <a:ext uri="{9D8B030D-6E8A-4147-A177-3AD203B41FA5}">
                      <a16:colId xmlns:a16="http://schemas.microsoft.com/office/drawing/2014/main" val="1913516619"/>
                    </a:ext>
                  </a:extLst>
                </a:gridCol>
                <a:gridCol w="1834710">
                  <a:extLst>
                    <a:ext uri="{9D8B030D-6E8A-4147-A177-3AD203B41FA5}">
                      <a16:colId xmlns:a16="http://schemas.microsoft.com/office/drawing/2014/main" val="2316199711"/>
                    </a:ext>
                  </a:extLst>
                </a:gridCol>
                <a:gridCol w="1436072">
                  <a:extLst>
                    <a:ext uri="{9D8B030D-6E8A-4147-A177-3AD203B41FA5}">
                      <a16:colId xmlns:a16="http://schemas.microsoft.com/office/drawing/2014/main" val="2926120616"/>
                    </a:ext>
                  </a:extLst>
                </a:gridCol>
                <a:gridCol w="1185267">
                  <a:extLst>
                    <a:ext uri="{9D8B030D-6E8A-4147-A177-3AD203B41FA5}">
                      <a16:colId xmlns:a16="http://schemas.microsoft.com/office/drawing/2014/main" val="1051825367"/>
                    </a:ext>
                  </a:extLst>
                </a:gridCol>
                <a:gridCol w="969373">
                  <a:extLst>
                    <a:ext uri="{9D8B030D-6E8A-4147-A177-3AD203B41FA5}">
                      <a16:colId xmlns:a16="http://schemas.microsoft.com/office/drawing/2014/main" val="2048609270"/>
                    </a:ext>
                  </a:extLst>
                </a:gridCol>
                <a:gridCol w="1185267">
                  <a:extLst>
                    <a:ext uri="{9D8B030D-6E8A-4147-A177-3AD203B41FA5}">
                      <a16:colId xmlns:a16="http://schemas.microsoft.com/office/drawing/2014/main" val="3136905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기본키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외래키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제약조건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636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리뷰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INT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PK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자동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50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가게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INT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FK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264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사용자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FK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67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INT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1~5</a:t>
                      </a:r>
                      <a:r>
                        <a:rPr lang="ko-KR" altLang="en-US" b="0" dirty="0"/>
                        <a:t>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44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Y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27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작성일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DATETIME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59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80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150E-7410-CAE8-F380-047DF81A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323B9F-A1D4-2571-386D-984A531AF38C}"/>
              </a:ext>
            </a:extLst>
          </p:cNvPr>
          <p:cNvSpPr txBox="1"/>
          <p:nvPr/>
        </p:nvSpPr>
        <p:spPr>
          <a:xfrm>
            <a:off x="4562476" y="1253272"/>
            <a:ext cx="264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관리자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4C8720D-35C1-8641-B012-8D745DC8A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82712"/>
              </p:ext>
            </p:extLst>
          </p:nvPr>
        </p:nvGraphicFramePr>
        <p:xfrm>
          <a:off x="2032000" y="2834216"/>
          <a:ext cx="84452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04545256"/>
                    </a:ext>
                  </a:extLst>
                </a:gridCol>
                <a:gridCol w="1671955">
                  <a:extLst>
                    <a:ext uri="{9D8B030D-6E8A-4147-A177-3AD203B41FA5}">
                      <a16:colId xmlns:a16="http://schemas.microsoft.com/office/drawing/2014/main" val="157220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979513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22305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0342615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56663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기본키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외래키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16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관리자</a:t>
                      </a:r>
                      <a:r>
                        <a:rPr lang="en-US" b="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PK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85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34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N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567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156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261</Words>
  <Application>Microsoft Office PowerPoint</Application>
  <PresentationFormat>와이드스크린</PresentationFormat>
  <Paragraphs>161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테이블명세서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박찬웅</dc:creator>
  <cp:lastModifiedBy>박찬웅</cp:lastModifiedBy>
  <cp:revision>5</cp:revision>
  <dcterms:created xsi:type="dcterms:W3CDTF">2025-11-03T05:59:48Z</dcterms:created>
  <dcterms:modified xsi:type="dcterms:W3CDTF">2025-12-02T06:44:03Z</dcterms:modified>
</cp:coreProperties>
</file>