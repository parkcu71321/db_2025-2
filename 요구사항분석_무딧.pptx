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1A8C86-0246-D6AE-E506-381CE5791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384E75-57FF-3FC8-AC90-144620ADB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806AD0-41BA-13F4-BDCE-B205070BA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9E633A-7E49-8DCF-B519-219B0882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255928-FB25-CBB2-A39F-26991C7CA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636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E1CDF-CAA5-E294-C3EE-30D735E85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D97316-111C-3871-97BE-DCE5D2760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A209F4-DAF2-1931-9A63-BCCED150C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F5B744-04D2-3624-D4F9-BE3D50C6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C7FC4F-1E47-DF6A-88A6-6082C77D0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81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B7A29E-12D1-7F9B-0C24-ABE52946A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AD98CA-56EA-ADCE-82A0-01C13C6CC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28124B-4EAB-C10B-CD3D-FC47D1E7E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B769C6-39AE-6685-AD2F-DFBBCDB7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733894-529B-07D2-CCA4-DFAF0A1E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501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EA5FF-38B8-1CC9-403F-16901C6DC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2615F4-2CEF-A8F4-0025-49F1125B8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ABF8AC-975B-C37E-A632-261ACD551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E301F1-9C16-B863-3FF9-011D5B51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4F5F89-4BBC-7FFE-55E1-3C71D575B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E02AF4-4D10-F208-344B-111644E04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156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B40BF-7A36-D862-DDDD-66D2B575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8886A4-4661-9240-D6F1-53175C108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AAFA50-0284-2B3E-28AA-EE5587172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316782-BE5C-AFE5-9ACD-15F58F483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7EECEE-B769-92F6-0612-E4AA789D1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C54719-CAA1-1D5E-68C5-193F18FD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1006E7F-C215-4E79-4A82-E4260367D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B37ADC4-4E85-ACA1-1DCD-84270F9F2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015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5826F-FE93-5C7A-8914-B10CA18C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EF89F7-2053-F318-0858-71E9DD448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908973-D545-6F9A-60DD-27E45B98E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37D7F3-E500-F6EB-EE8F-30DD821F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249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15FE38-90C3-CDCE-ED77-4FB88DF4B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592E68-5B1C-849A-A8A6-D99C2BBE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6D51-5533-8834-19DA-07471A39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276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514AE-7249-8D1B-FCB1-7A7C3428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F9615-544A-765C-889D-09FD999AD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3A2EBC-4084-8D20-51D3-D34E0EB02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9679B0-3900-127A-4E8B-6EFAE8B53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202D0B-BB87-F170-80EA-54C5A27C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837F33-AE53-B32C-737D-91BA06BA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911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D2107-9AA7-57F9-B103-8F5D96CBE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69A557-0CEE-34C6-1E3B-9034C040F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58F78E-963E-D295-74C2-B83733ED6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43474A-4598-8608-8F9B-95E742F10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DF5BF4-60FE-909E-8A8F-91EF7E4D5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B64412-4E13-F437-99D6-FAD54B58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517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078C5-A436-9CAD-E8BC-36A6070AD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A06B90-AB87-D4D0-F1B1-DC0A68254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C2AF74-F9DD-321B-7B89-0847052B8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3BB60D-4613-AAF2-4018-3BDAB39C8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703894-64B6-C596-F55A-ABA28DD64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343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437BC00-0E0D-705C-0BE2-17D14DD4A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EE6495-1FEC-3BFC-BEE0-3425863E9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C1733D-CED7-DD31-EF75-FB2DA220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984467-8F1E-C441-90D2-E40A6492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8F8311-E924-3F03-8742-AF6B8FBD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764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88448D-9FA2-6D06-407C-9E69B7DD0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82BF6A-81EB-88D7-7553-7567812E9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BF5655-492D-4FDC-A288-B71833B795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AC696-0447-4D4A-8D5D-7525B65C56A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00D7B-F263-7683-9D19-4A22F26CD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1971C3-5880-0D9B-155E-E75F4799A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06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093CABF-861D-D60D-F63C-96FB9B361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1" y="4267832"/>
            <a:ext cx="5020313" cy="1297115"/>
          </a:xfrm>
        </p:spPr>
        <p:txBody>
          <a:bodyPr anchor="t">
            <a:normAutofit/>
          </a:bodyPr>
          <a:lstStyle/>
          <a:p>
            <a:pPr algn="l"/>
            <a:r>
              <a:rPr lang="ko-KR" altLang="en-US" sz="4000">
                <a:solidFill>
                  <a:schemeClr val="tx2"/>
                </a:solidFill>
              </a:rPr>
              <a:t>요구사항분석 명세서</a:t>
            </a:r>
            <a:endParaRPr lang="ko-KR" altLang="en-US" sz="4000" dirty="0">
              <a:solidFill>
                <a:schemeClr val="tx2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AAEA22F-1056-91C2-C67E-340D266CB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altLang="ko-KR" sz="2000">
                <a:solidFill>
                  <a:schemeClr val="tx2"/>
                </a:solidFill>
              </a:rPr>
              <a:t>2501110211 </a:t>
            </a:r>
            <a:r>
              <a:rPr lang="ko-KR" altLang="en-US" sz="2000">
                <a:solidFill>
                  <a:schemeClr val="tx2"/>
                </a:solidFill>
              </a:rPr>
              <a:t>박찬웅</a:t>
            </a:r>
          </a:p>
        </p:txBody>
      </p:sp>
      <p:pic>
        <p:nvPicPr>
          <p:cNvPr id="7" name="Graphic 6" descr="데이터베이스">
            <a:extLst>
              <a:ext uri="{FF2B5EF4-FFF2-40B4-BE49-F238E27FC236}">
                <a16:creationId xmlns:a16="http://schemas.microsoft.com/office/drawing/2014/main" id="{E6215FE8-39B9-FFAE-66A8-23D6C4346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86255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C0D9C6-3D2E-F044-C4F9-0CF690899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요구사항분석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F26F9D-689D-2157-E19A-8092979AF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err="1"/>
              <a:t>무딧</a:t>
            </a:r>
            <a:r>
              <a:rPr lang="ko-KR" altLang="en-US" sz="1800" dirty="0"/>
              <a:t> 서비스를 이용하기 위해 사용자로 가입하려면 사용자</a:t>
            </a:r>
            <a:r>
              <a:rPr lang="en-US" altLang="ko-KR" sz="1800" dirty="0"/>
              <a:t>ID, </a:t>
            </a:r>
            <a:r>
              <a:rPr lang="ko-KR" altLang="en-US" sz="1800" dirty="0"/>
              <a:t>비밀번호</a:t>
            </a:r>
            <a:r>
              <a:rPr lang="en-US" altLang="ko-KR" sz="1800" dirty="0"/>
              <a:t>, </a:t>
            </a:r>
            <a:r>
              <a:rPr lang="ko-KR" altLang="en-US" sz="1800" dirty="0"/>
              <a:t>닉네임</a:t>
            </a:r>
            <a:r>
              <a:rPr lang="en-US" altLang="ko-KR" sz="1800" dirty="0"/>
              <a:t>, </a:t>
            </a:r>
            <a:r>
              <a:rPr lang="ko-KR" altLang="en-US" sz="1800" dirty="0"/>
              <a:t>나이</a:t>
            </a:r>
            <a:r>
              <a:rPr lang="en-US" altLang="ko-KR" sz="1800" dirty="0"/>
              <a:t>, </a:t>
            </a:r>
            <a:r>
              <a:rPr lang="ko-KR" altLang="en-US" sz="1800" dirty="0"/>
              <a:t>성별</a:t>
            </a:r>
            <a:r>
              <a:rPr lang="en-US" altLang="ko-KR" sz="1800" dirty="0"/>
              <a:t>, </a:t>
            </a:r>
            <a:r>
              <a:rPr lang="ko-KR" altLang="en-US" sz="1800" dirty="0"/>
              <a:t>전화번호를 입력해야 한다</a:t>
            </a:r>
            <a:endParaRPr lang="en-US" altLang="ko-KR" sz="1800" dirty="0"/>
          </a:p>
          <a:p>
            <a:r>
              <a:rPr lang="ko-KR" altLang="en-US" sz="1800" dirty="0"/>
              <a:t>사용자는 사용자</a:t>
            </a:r>
            <a:r>
              <a:rPr lang="en-US" altLang="ko-KR" sz="1800" dirty="0"/>
              <a:t>ID</a:t>
            </a:r>
            <a:r>
              <a:rPr lang="ko-KR" altLang="en-US" sz="1800" dirty="0"/>
              <a:t>로 식별하며</a:t>
            </a:r>
            <a:r>
              <a:rPr lang="en-US" altLang="ko-KR" sz="1800" dirty="0"/>
              <a:t> </a:t>
            </a:r>
            <a:r>
              <a:rPr lang="ko-KR" altLang="en-US" sz="1800" dirty="0"/>
              <a:t>성별은 반드시 </a:t>
            </a:r>
            <a:r>
              <a:rPr lang="en-US" altLang="ko-KR" sz="1800" dirty="0"/>
              <a:t>'M' </a:t>
            </a:r>
            <a:r>
              <a:rPr lang="ko-KR" altLang="en-US" sz="1800" dirty="0"/>
              <a:t>또는 </a:t>
            </a:r>
            <a:r>
              <a:rPr lang="en-US" altLang="ko-KR" sz="1800" dirty="0"/>
              <a:t>'F'</a:t>
            </a:r>
            <a:r>
              <a:rPr lang="ko-KR" altLang="en-US" sz="1800" dirty="0"/>
              <a:t> 중 하나여야 한다</a:t>
            </a:r>
            <a:endParaRPr lang="en-US" altLang="ko-KR" sz="1800" dirty="0"/>
          </a:p>
          <a:p>
            <a:r>
              <a:rPr lang="ko-KR" altLang="en-US" sz="1800" dirty="0"/>
              <a:t>가게에 대한 가게</a:t>
            </a:r>
            <a:r>
              <a:rPr lang="en-US" altLang="ko-KR" sz="1800" dirty="0"/>
              <a:t>ID, </a:t>
            </a:r>
            <a:r>
              <a:rPr lang="ko-KR" altLang="en-US" sz="1800" dirty="0" err="1"/>
              <a:t>가게명</a:t>
            </a:r>
            <a:r>
              <a:rPr lang="en-US" altLang="ko-KR" sz="1800" dirty="0"/>
              <a:t>, </a:t>
            </a:r>
            <a:r>
              <a:rPr lang="ko-KR" altLang="en-US" sz="1800" dirty="0"/>
              <a:t>위치</a:t>
            </a:r>
            <a:r>
              <a:rPr lang="en-US" altLang="ko-KR" sz="1800" dirty="0"/>
              <a:t>, </a:t>
            </a:r>
            <a:r>
              <a:rPr lang="ko-KR" altLang="en-US" sz="1800" dirty="0"/>
              <a:t>전화번호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소개글</a:t>
            </a:r>
            <a:r>
              <a:rPr lang="en-US" altLang="ko-KR" sz="1800" dirty="0"/>
              <a:t>, </a:t>
            </a:r>
            <a:r>
              <a:rPr lang="ko-KR" altLang="en-US" sz="1800" dirty="0"/>
              <a:t>등록일 정보를 유지해야 한다</a:t>
            </a:r>
            <a:endParaRPr lang="en-US" altLang="ko-KR" sz="1800" dirty="0"/>
          </a:p>
          <a:p>
            <a:r>
              <a:rPr lang="ko-KR" altLang="en-US" sz="1800" dirty="0"/>
              <a:t>가게는 가게</a:t>
            </a:r>
            <a:r>
              <a:rPr lang="en-US" altLang="ko-KR" sz="1800" dirty="0"/>
              <a:t>ID</a:t>
            </a:r>
            <a:r>
              <a:rPr lang="ko-KR" altLang="en-US" sz="1800" dirty="0"/>
              <a:t>로 식별하며</a:t>
            </a:r>
            <a:r>
              <a:rPr lang="en-US" altLang="ko-KR" sz="1800" dirty="0"/>
              <a:t> </a:t>
            </a:r>
            <a:r>
              <a:rPr lang="ko-KR" altLang="en-US" sz="1800" dirty="0"/>
              <a:t>시스템에 의해 자동으로 부여된다</a:t>
            </a:r>
            <a:endParaRPr lang="en-US" altLang="ko-KR" sz="1800" dirty="0"/>
          </a:p>
          <a:p>
            <a:r>
              <a:rPr lang="ko-KR" altLang="en-US" sz="1800" dirty="0"/>
              <a:t>모든 가게는 고유한 분위기</a:t>
            </a:r>
            <a:r>
              <a:rPr lang="en-US" altLang="ko-KR" sz="1800" dirty="0"/>
              <a:t>(</a:t>
            </a:r>
            <a:r>
              <a:rPr lang="ko-KR" altLang="en-US" sz="1800" dirty="0"/>
              <a:t>카테고리</a:t>
            </a:r>
            <a:r>
              <a:rPr lang="en-US" altLang="ko-KR" sz="1800" dirty="0"/>
              <a:t>)</a:t>
            </a:r>
            <a:r>
              <a:rPr lang="ko-KR" altLang="en-US" sz="1800" dirty="0"/>
              <a:t>를 가지며</a:t>
            </a:r>
            <a:r>
              <a:rPr lang="en-US" altLang="ko-KR" sz="1800" dirty="0"/>
              <a:t> </a:t>
            </a:r>
            <a:r>
              <a:rPr lang="ko-KR" altLang="en-US" sz="1800" dirty="0"/>
              <a:t>분위기에 대한 분류코드</a:t>
            </a:r>
            <a:r>
              <a:rPr lang="en-US" altLang="ko-KR" sz="1800" dirty="0"/>
              <a:t>, </a:t>
            </a:r>
            <a:r>
              <a:rPr lang="ko-KR" altLang="en-US" sz="1800" dirty="0"/>
              <a:t>분류명 정보를 유지해야 한다</a:t>
            </a:r>
            <a:endParaRPr lang="en-US" altLang="ko-KR" sz="1800" dirty="0"/>
          </a:p>
          <a:p>
            <a:r>
              <a:rPr lang="ko-KR" altLang="en-US" sz="1800" dirty="0"/>
              <a:t>분위기는 분류코드로 식별하며</a:t>
            </a:r>
            <a:r>
              <a:rPr lang="en-US" altLang="ko-KR" sz="1800" dirty="0"/>
              <a:t>, </a:t>
            </a:r>
            <a:r>
              <a:rPr lang="ko-KR" altLang="en-US" sz="1800" dirty="0"/>
              <a:t>코드는 반드시 영문 대문자 </a:t>
            </a:r>
            <a:r>
              <a:rPr lang="en-US" altLang="ko-KR" sz="1800" dirty="0"/>
              <a:t>2</a:t>
            </a:r>
            <a:r>
              <a:rPr lang="ko-KR" altLang="en-US" sz="1800" dirty="0"/>
              <a:t>자리여야 한다</a:t>
            </a:r>
            <a:endParaRPr lang="en-US" altLang="ko-KR" sz="1800" dirty="0"/>
          </a:p>
          <a:p>
            <a:r>
              <a:rPr lang="ko-KR" altLang="en-US" sz="1800" dirty="0"/>
              <a:t>사용자는 여러 가게를 예약할 수 있고</a:t>
            </a:r>
            <a:r>
              <a:rPr lang="en-US" altLang="ko-KR" sz="1800" dirty="0"/>
              <a:t> </a:t>
            </a:r>
            <a:r>
              <a:rPr lang="ko-KR" altLang="en-US" sz="1800" dirty="0"/>
              <a:t>예약 시 예약</a:t>
            </a:r>
            <a:r>
              <a:rPr lang="en-US" altLang="ko-KR" sz="1800" dirty="0"/>
              <a:t>ID, </a:t>
            </a:r>
            <a:r>
              <a:rPr lang="ko-KR" altLang="en-US" sz="1800" dirty="0"/>
              <a:t>예약시간</a:t>
            </a:r>
            <a:r>
              <a:rPr lang="en-US" altLang="ko-KR" sz="1800" dirty="0"/>
              <a:t>, </a:t>
            </a:r>
            <a:r>
              <a:rPr lang="ko-KR" altLang="en-US" sz="1800" dirty="0"/>
              <a:t>인원</a:t>
            </a:r>
            <a:r>
              <a:rPr lang="en-US" altLang="ko-KR" sz="1800" dirty="0"/>
              <a:t>, </a:t>
            </a:r>
            <a:r>
              <a:rPr lang="ko-KR" altLang="en-US" sz="1800" dirty="0"/>
              <a:t>예약상태 정보를 유지해야 한다</a:t>
            </a:r>
            <a:endParaRPr lang="en-US" altLang="ko-KR" sz="1800" dirty="0"/>
          </a:p>
          <a:p>
            <a:r>
              <a:rPr lang="ko-KR" altLang="en-US" sz="1800" dirty="0"/>
              <a:t>예약은 예약</a:t>
            </a:r>
            <a:r>
              <a:rPr lang="en-US" altLang="ko-KR" sz="1800" dirty="0"/>
              <a:t>ID</a:t>
            </a:r>
            <a:r>
              <a:rPr lang="ko-KR" altLang="en-US" sz="1800" dirty="0"/>
              <a:t>로 식별하며</a:t>
            </a:r>
            <a:r>
              <a:rPr lang="en-US" altLang="ko-KR" sz="1800" dirty="0"/>
              <a:t> </a:t>
            </a:r>
            <a:r>
              <a:rPr lang="ko-KR" altLang="en-US" sz="1800" dirty="0"/>
              <a:t>예약 인원은 </a:t>
            </a:r>
            <a:r>
              <a:rPr lang="en-US" altLang="ko-KR" sz="1800" dirty="0"/>
              <a:t>1</a:t>
            </a:r>
            <a:r>
              <a:rPr lang="ko-KR" altLang="en-US" sz="1800" dirty="0"/>
              <a:t>명 이상이어야 한다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885528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2B144-3747-0AFA-4FD1-D2099B54A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A5CD7-67B1-FDF4-ED4D-BB97AFA5C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요구사항분석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66032C-D5E8-21A2-CF2A-0B314A8B8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예약상태는 예약 진행 상황에 따라 대기</a:t>
            </a:r>
            <a:r>
              <a:rPr lang="en-US" altLang="ko-KR" sz="1800" dirty="0"/>
              <a:t>, </a:t>
            </a:r>
            <a:r>
              <a:rPr lang="ko-KR" altLang="en-US" sz="1800" dirty="0"/>
              <a:t>확정</a:t>
            </a:r>
            <a:r>
              <a:rPr lang="en-US" altLang="ko-KR" sz="1800" dirty="0"/>
              <a:t>, </a:t>
            </a:r>
            <a:r>
              <a:rPr lang="ko-KR" altLang="en-US" sz="1800" dirty="0"/>
              <a:t>취소</a:t>
            </a:r>
            <a:r>
              <a:rPr lang="en-US" altLang="ko-KR" sz="1800" dirty="0"/>
              <a:t>, </a:t>
            </a:r>
            <a:r>
              <a:rPr lang="ko-KR" altLang="en-US" sz="1800" dirty="0"/>
              <a:t>완료 중 하나의 값을 가진다</a:t>
            </a:r>
            <a:endParaRPr lang="en-US" altLang="ko-KR" sz="1800" dirty="0"/>
          </a:p>
          <a:p>
            <a:r>
              <a:rPr lang="ko-KR" altLang="en-US" sz="1800" dirty="0"/>
              <a:t>사용자는 방문한 가게에 대해 리뷰를 작성할 수 있으며</a:t>
            </a:r>
            <a:r>
              <a:rPr lang="en-US" altLang="ko-KR" sz="1800" dirty="0"/>
              <a:t> </a:t>
            </a:r>
            <a:r>
              <a:rPr lang="ko-KR" altLang="en-US" sz="1800" dirty="0"/>
              <a:t>리뷰</a:t>
            </a:r>
            <a:r>
              <a:rPr lang="en-US" altLang="ko-KR" sz="1800" dirty="0"/>
              <a:t>ID, </a:t>
            </a:r>
            <a:r>
              <a:rPr lang="ko-KR" altLang="en-US" sz="1800" dirty="0"/>
              <a:t>평점</a:t>
            </a:r>
            <a:r>
              <a:rPr lang="en-US" altLang="ko-KR" sz="1800" dirty="0"/>
              <a:t>, </a:t>
            </a:r>
            <a:r>
              <a:rPr lang="ko-KR" altLang="en-US" sz="1800" dirty="0"/>
              <a:t>내용</a:t>
            </a:r>
            <a:r>
              <a:rPr lang="en-US" altLang="ko-KR" sz="1800" dirty="0"/>
              <a:t>, </a:t>
            </a:r>
            <a:r>
              <a:rPr lang="ko-KR" altLang="en-US" sz="1800" dirty="0"/>
              <a:t>작성일 정보를 유지해야 한다</a:t>
            </a:r>
            <a:endParaRPr lang="en-US" altLang="ko-KR" sz="1800" dirty="0"/>
          </a:p>
          <a:p>
            <a:r>
              <a:rPr lang="ko-KR" altLang="en-US" sz="1800" dirty="0"/>
              <a:t>리뷰는 리뷰</a:t>
            </a:r>
            <a:r>
              <a:rPr lang="en-US" altLang="ko-KR" sz="1800" dirty="0"/>
              <a:t>ID</a:t>
            </a:r>
            <a:r>
              <a:rPr lang="ko-KR" altLang="en-US" sz="1800" dirty="0"/>
              <a:t>로 식별하며</a:t>
            </a:r>
            <a:r>
              <a:rPr lang="en-US" altLang="ko-KR" sz="1800" dirty="0"/>
              <a:t> </a:t>
            </a:r>
            <a:r>
              <a:rPr lang="ko-KR" altLang="en-US" sz="1800" dirty="0"/>
              <a:t>평점은 </a:t>
            </a:r>
            <a:r>
              <a:rPr lang="en-US" altLang="ko-KR" sz="1800" dirty="0"/>
              <a:t>1</a:t>
            </a:r>
            <a:r>
              <a:rPr lang="ko-KR" altLang="en-US" sz="1800" dirty="0"/>
              <a:t>점에서 </a:t>
            </a:r>
            <a:r>
              <a:rPr lang="en-US" altLang="ko-KR" sz="1800" dirty="0"/>
              <a:t>5</a:t>
            </a:r>
            <a:r>
              <a:rPr lang="ko-KR" altLang="en-US" sz="1800" dirty="0"/>
              <a:t>점 사이의 값이어야 한다</a:t>
            </a:r>
            <a:endParaRPr lang="en-US" altLang="ko-KR" sz="1800" dirty="0"/>
          </a:p>
          <a:p>
            <a:r>
              <a:rPr lang="ko-KR" altLang="en-US" sz="1800" dirty="0"/>
              <a:t>리뷰 내용은 입력하지 않을 수 있으나</a:t>
            </a:r>
            <a:r>
              <a:rPr lang="en-US" altLang="ko-KR" sz="1800" dirty="0"/>
              <a:t> </a:t>
            </a:r>
            <a:r>
              <a:rPr lang="ko-KR" altLang="en-US" sz="1800" dirty="0"/>
              <a:t>평점과 작성일은 필수적으로 유지해야 한다</a:t>
            </a:r>
            <a:endParaRPr lang="en-US" altLang="ko-KR" sz="1800" dirty="0"/>
          </a:p>
          <a:p>
            <a:r>
              <a:rPr lang="ko-KR" altLang="en-US" sz="1800" dirty="0"/>
              <a:t>시스템 관리를 위한 관리자는 관리자</a:t>
            </a:r>
            <a:r>
              <a:rPr lang="en-US" altLang="ko-KR" sz="1800" dirty="0"/>
              <a:t>ID, </a:t>
            </a:r>
            <a:r>
              <a:rPr lang="ko-KR" altLang="en-US" sz="1800" dirty="0"/>
              <a:t>비밀번호</a:t>
            </a:r>
            <a:r>
              <a:rPr lang="en-US" altLang="ko-KR" sz="1800" dirty="0"/>
              <a:t>, </a:t>
            </a:r>
            <a:r>
              <a:rPr lang="ko-KR" altLang="en-US" sz="1800" dirty="0"/>
              <a:t>이름 정보를 유지하며</a:t>
            </a:r>
            <a:r>
              <a:rPr lang="en-US" altLang="ko-KR" sz="1800" dirty="0"/>
              <a:t>, </a:t>
            </a:r>
            <a:r>
              <a:rPr lang="ko-KR" altLang="en-US" sz="1800" dirty="0"/>
              <a:t>관리자</a:t>
            </a:r>
            <a:r>
              <a:rPr lang="en-US" altLang="ko-KR" sz="1800" dirty="0"/>
              <a:t>ID</a:t>
            </a:r>
            <a:r>
              <a:rPr lang="ko-KR" altLang="en-US" sz="1800" dirty="0"/>
              <a:t>로 식별한다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939864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14708C-80CD-D4A7-6816-1AA01DC8F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아이디어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2FF530-6017-EC6D-4581-D839C1689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ko-KR" altLang="en-US" dirty="0"/>
              <a:t>분위기로 분류된 음식점 </a:t>
            </a:r>
            <a:r>
              <a:rPr lang="en-US" altLang="ko-KR" dirty="0"/>
              <a:t>– </a:t>
            </a:r>
            <a:r>
              <a:rPr lang="ko-KR" altLang="en-US" dirty="0" err="1"/>
              <a:t>무딧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en-US" altLang="ko-KR" dirty="0" err="1"/>
              <a:t>mood+eat</a:t>
            </a:r>
            <a:r>
              <a:rPr lang="en-US" altLang="ko-KR" dirty="0"/>
              <a:t>=</a:t>
            </a:r>
            <a:r>
              <a:rPr lang="ko-KR" altLang="en-US" dirty="0"/>
              <a:t>분위기를 먹다</a:t>
            </a:r>
          </a:p>
          <a:p>
            <a:endParaRPr lang="ko-KR" altLang="en-US" dirty="0"/>
          </a:p>
          <a:p>
            <a:r>
              <a:rPr lang="ko-KR" altLang="en-US" dirty="0"/>
              <a:t>사용 이유</a:t>
            </a:r>
            <a:r>
              <a:rPr lang="en-US" altLang="ko-KR" dirty="0"/>
              <a:t>? </a:t>
            </a:r>
            <a:r>
              <a:rPr lang="ko-KR" altLang="en-US" dirty="0"/>
              <a:t>원하는 분위기에 맞는 음식점을 찾을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  <a:p>
            <a:r>
              <a:rPr lang="en-US" altLang="ko-KR" dirty="0"/>
              <a:t>---</a:t>
            </a:r>
            <a:r>
              <a:rPr lang="ko-KR" altLang="en-US" dirty="0"/>
              <a:t>객체와 속성</a:t>
            </a:r>
            <a:r>
              <a:rPr lang="en-US" altLang="ko-KR" dirty="0"/>
              <a:t>--</a:t>
            </a:r>
          </a:p>
          <a:p>
            <a:r>
              <a:rPr lang="ko-KR" altLang="en-US" dirty="0"/>
              <a:t>사용자 </a:t>
            </a:r>
            <a:r>
              <a:rPr lang="en-US" altLang="ko-KR" dirty="0"/>
              <a:t>- </a:t>
            </a:r>
            <a:r>
              <a:rPr lang="ko-KR" altLang="en-US" dirty="0" err="1"/>
              <a:t>회원아이디</a:t>
            </a:r>
            <a:r>
              <a:rPr lang="en-US" altLang="ko-KR" dirty="0"/>
              <a:t>,</a:t>
            </a:r>
            <a:r>
              <a:rPr lang="ko-KR" altLang="en-US" dirty="0"/>
              <a:t>비밀번호</a:t>
            </a:r>
            <a:r>
              <a:rPr lang="en-US" altLang="ko-KR" dirty="0"/>
              <a:t>,</a:t>
            </a:r>
            <a:r>
              <a:rPr lang="ko-KR" altLang="en-US" dirty="0"/>
              <a:t>이름</a:t>
            </a:r>
            <a:r>
              <a:rPr lang="en-US" altLang="ko-KR" dirty="0"/>
              <a:t>,</a:t>
            </a:r>
            <a:r>
              <a:rPr lang="ko-KR" altLang="en-US" dirty="0"/>
              <a:t>나이</a:t>
            </a:r>
            <a:r>
              <a:rPr lang="en-US" altLang="ko-KR" dirty="0"/>
              <a:t>,</a:t>
            </a:r>
            <a:r>
              <a:rPr lang="ko-KR" altLang="en-US" dirty="0"/>
              <a:t>성별</a:t>
            </a:r>
          </a:p>
          <a:p>
            <a:r>
              <a:rPr lang="ko-KR" altLang="en-US" dirty="0"/>
              <a:t>관리자</a:t>
            </a:r>
          </a:p>
          <a:p>
            <a:endParaRPr lang="ko-KR" altLang="en-US" dirty="0"/>
          </a:p>
          <a:p>
            <a:r>
              <a:rPr lang="ko-KR" altLang="en-US" dirty="0"/>
              <a:t>음식점 </a:t>
            </a:r>
            <a:r>
              <a:rPr lang="en-US" altLang="ko-KR" dirty="0"/>
              <a:t>- 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분위기 분류명</a:t>
            </a:r>
          </a:p>
          <a:p>
            <a:endParaRPr lang="ko-KR" altLang="en-US" dirty="0"/>
          </a:p>
          <a:p>
            <a:r>
              <a:rPr lang="ko-KR" altLang="en-US" dirty="0" err="1"/>
              <a:t>리뷰글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 err="1"/>
              <a:t>글번호</a:t>
            </a:r>
            <a:r>
              <a:rPr lang="en-US" altLang="ko-KR" dirty="0"/>
              <a:t>,</a:t>
            </a:r>
            <a:r>
              <a:rPr lang="ko-KR" altLang="en-US" dirty="0" err="1"/>
              <a:t>글내용</a:t>
            </a:r>
            <a:r>
              <a:rPr lang="en-US" altLang="ko-KR" dirty="0"/>
              <a:t>,</a:t>
            </a:r>
            <a:r>
              <a:rPr lang="ko-KR" altLang="en-US" dirty="0"/>
              <a:t>작</a:t>
            </a:r>
          </a:p>
          <a:p>
            <a:r>
              <a:rPr lang="en-US" altLang="ko-KR" dirty="0"/>
              <a:t>---</a:t>
            </a:r>
            <a:r>
              <a:rPr lang="ko-KR" altLang="en-US" dirty="0"/>
              <a:t>관계</a:t>
            </a:r>
            <a:r>
              <a:rPr lang="en-US" altLang="ko-KR" dirty="0"/>
              <a:t>---</a:t>
            </a:r>
          </a:p>
          <a:p>
            <a:r>
              <a:rPr lang="ko-KR" altLang="en-US" dirty="0"/>
              <a:t>음식점 고르기</a:t>
            </a:r>
          </a:p>
        </p:txBody>
      </p:sp>
    </p:spTree>
    <p:extLst>
      <p:ext uri="{BB962C8B-B14F-4D97-AF65-F5344CB8AC3E}">
        <p14:creationId xmlns:p14="http://schemas.microsoft.com/office/powerpoint/2010/main" val="1182587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259</Words>
  <Application>Microsoft Office PowerPoint</Application>
  <PresentationFormat>와이드스크린</PresentationFormat>
  <Paragraphs>32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요구사항분석 명세서</vt:lpstr>
      <vt:lpstr>요구사항분석</vt:lpstr>
      <vt:lpstr>요구사항분석</vt:lpstr>
      <vt:lpstr>아이디어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박찬웅</dc:creator>
  <cp:lastModifiedBy>박찬웅</cp:lastModifiedBy>
  <cp:revision>4</cp:revision>
  <dcterms:created xsi:type="dcterms:W3CDTF">2025-11-03T05:59:48Z</dcterms:created>
  <dcterms:modified xsi:type="dcterms:W3CDTF">2025-12-02T06:36:22Z</dcterms:modified>
</cp:coreProperties>
</file>