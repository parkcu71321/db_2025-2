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A919E-4C08-B85D-ABC6-A65C8846E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F8BE92-E363-9508-58F9-490E18249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92D711-8607-DCDB-CE7E-D237A387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1C-5BB6-4F91-A75B-566EFC1208D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3CB8D7-ACE1-39D1-562B-098CBA84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147053-C5D4-829C-4284-915FAADA5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CE56-17C8-4308-9DA1-A57B8EE2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564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916AE-8D74-58FB-A02A-E1F9002A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533B17-11BE-B1A2-B729-A7448333A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72EDAA-F804-1C5E-FEC2-BA04E6106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1C-5BB6-4F91-A75B-566EFC1208D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8A1A7E-76C1-C831-497B-D624F5AC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772BB6-51B5-F79B-218A-5D5EF81A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CE56-17C8-4308-9DA1-A57B8EE2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241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DCD08-65E0-E03A-1FAF-CF797F5A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534529-6586-937A-A9AF-8DCEEA65E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31D55D-D99D-5C0B-1FB7-6B18AECF8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1C-5BB6-4F91-A75B-566EFC1208D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A11E97-A93C-061D-A57A-9B96031C0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35CBB8-785E-4A97-0247-30DB11F58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CE56-17C8-4308-9DA1-A57B8EE2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119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D59AB-CC05-0179-4321-59F28917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9753C9-42E2-BACD-2CA9-D04BC0702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17DA07-B91D-7E05-314F-5C82F422F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E8F918-AD39-8F72-182C-BEA9FD81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1C-5BB6-4F91-A75B-566EFC1208D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D2A76-7FE1-A656-0C52-BC68810DE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5808AE-B207-7880-35AC-E022A9A2C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CE56-17C8-4308-9DA1-A57B8EE2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14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9D51CB-4FEE-C347-4F2A-BFCB3626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1A2185-4833-9CB4-5919-48AC42A03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E10CA7-B8D7-25AE-9D42-3C490BDA2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799282-AF9F-32C6-2F8B-859A3E2149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73E9A9-2196-4424-CD46-1789DE832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358C2A-A7D3-3A9A-2E0D-37C96387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1C-5BB6-4F91-A75B-566EFC1208D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4F378C-8AD9-579D-8CC2-AC6AE757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4E3373-A208-ECD1-2477-B54BCC6F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CE56-17C8-4308-9DA1-A57B8EE2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32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73BEC-CB29-2B7B-6384-11E71344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8B179D-F9AE-C4C1-279B-C4CEAFF34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1C-5BB6-4F91-A75B-566EFC1208D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335028-1CB5-DFBB-86B4-47BDF7EE9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9040F7-99C4-5DCB-0E3C-E791A586D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CE56-17C8-4308-9DA1-A57B8EE2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949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5AED9E-96A9-66F8-1A36-C0A09424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1C-5BB6-4F91-A75B-566EFC1208D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11A2EF-D107-2C2D-5468-E307C04E7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B2C774-3759-AAC5-1530-AB75BB7F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CE56-17C8-4308-9DA1-A57B8EE2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869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DA26C-5588-F7D5-8CC8-799C36608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5F7F8B-033C-4637-F788-82024A1CC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E62C0C-D580-34B3-F008-CA16AF94E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D6EC21-D247-B2DF-DB54-2BBF4E9C0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1C-5BB6-4F91-A75B-566EFC1208D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4DEC2E-8C2D-19C7-5AFB-DE0D8BA9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FF2FCC-8DBA-2421-132E-64FB2988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CE56-17C8-4308-9DA1-A57B8EE2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2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174AB8-39A0-7FAC-8F85-2924F472A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ED0A4A-C853-F5AF-ED57-F5A2ED36D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147BAE-EC76-9AC5-6018-70C891E7A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2CFC6D-4A70-BBF3-CE58-4458C30F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1C-5BB6-4F91-A75B-566EFC1208D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204DCE-901C-24B9-1517-AA073CE1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CB7B14-465C-BE1A-FB9B-6702E6C8C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CE56-17C8-4308-9DA1-A57B8EE2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30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8FF13-AE75-435E-C442-F8BC7FDA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2D50EF-4F1D-6B8B-DB78-369E80F66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19BE7-5BC8-A704-B8E7-5D62F26F6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1C-5BB6-4F91-A75B-566EFC1208D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18E941-3203-8D98-4197-A18379E9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81A81B-EDCA-FF33-F0FD-7C5765EE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CE56-17C8-4308-9DA1-A57B8EE2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363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6B824D-B4EF-F70D-0D97-586A85221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AAD0E5-810E-AF68-B4D1-990CEEE50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CABDF6-704D-060C-117B-154CA78CB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611C-5BB6-4F91-A75B-566EFC1208D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3D0FAE-22F0-508A-645B-8CEBE5CC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F92C15-7C7F-B719-0CD4-763F047E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CE56-17C8-4308-9DA1-A57B8EE2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931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D2D5574-A737-AEB7-A9DB-D9C2A538D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B4D9C6-1978-DD39-7A08-ACAEC3907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C6ED21-184F-72D9-FDC7-2835E087FB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19611C-5BB6-4F91-A75B-566EFC1208D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5FE39F-CAFF-A4AD-9C33-00B3C234A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263AD3-9BD8-3B85-63D6-B1E0CFBA2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3CE56-17C8-4308-9DA1-A57B8EE20C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91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768399C-481E-5162-F297-4F910F899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644698"/>
              </p:ext>
            </p:extLst>
          </p:nvPr>
        </p:nvGraphicFramePr>
        <p:xfrm>
          <a:off x="661986" y="1343025"/>
          <a:ext cx="1086802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575">
                  <a:extLst>
                    <a:ext uri="{9D8B030D-6E8A-4147-A177-3AD203B41FA5}">
                      <a16:colId xmlns:a16="http://schemas.microsoft.com/office/drawing/2014/main" val="1009695167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3607070171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265827054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869415640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1631307534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383297840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1169626296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테이블이름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회원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728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속성이름</a:t>
                      </a:r>
                      <a:endParaRPr lang="en-US" altLang="ko-KR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기본키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외래키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7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회원아이디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Varchar(20)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648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비밀번호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Varchar(20)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25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Varchar(20)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48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Y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0</a:t>
                      </a:r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23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직업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Varchar(20)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Y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97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등급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Varchar(20)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Silver, Gold, 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Vip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만 허용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621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적립금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4497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FB5DE6-D628-61C5-996D-A0EFC2FA26BD}"/>
              </a:ext>
            </a:extLst>
          </p:cNvPr>
          <p:cNvSpPr txBox="1"/>
          <p:nvPr/>
        </p:nvSpPr>
        <p:spPr>
          <a:xfrm>
            <a:off x="5367274" y="973693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테이블 명세서</a:t>
            </a:r>
          </a:p>
        </p:txBody>
      </p:sp>
    </p:spTree>
    <p:extLst>
      <p:ext uri="{BB962C8B-B14F-4D97-AF65-F5344CB8AC3E}">
        <p14:creationId xmlns:p14="http://schemas.microsoft.com/office/powerpoint/2010/main" val="3745589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4A854DD-26C4-9D4D-2FDE-A84ED67ED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816264"/>
              </p:ext>
            </p:extLst>
          </p:nvPr>
        </p:nvGraphicFramePr>
        <p:xfrm>
          <a:off x="661986" y="1343025"/>
          <a:ext cx="1086802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575">
                  <a:extLst>
                    <a:ext uri="{9D8B030D-6E8A-4147-A177-3AD203B41FA5}">
                      <a16:colId xmlns:a16="http://schemas.microsoft.com/office/drawing/2014/main" val="1009695167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3607070171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265827054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869415640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1631307534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383297840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1169626296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테이블이름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회원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728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속성이름</a:t>
                      </a:r>
                      <a:endParaRPr lang="en-US" altLang="ko-KR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데이터타입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널허용여부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기본값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기본키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페이퍼로지 4 Regular" pitchFamily="2" charset="-127"/>
                          <a:ea typeface="페이퍼로지 4 Regular" pitchFamily="2" charset="-127"/>
                        </a:rPr>
                        <a:t>외래키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제약조건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57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상품번호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Varchar(20)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648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상품명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Varchar(50)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257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재고량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48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단가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Y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0</a:t>
                      </a:r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이상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23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제조업체명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Varchar(30)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97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공급일자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Data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Silver, Gold, 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Vip </a:t>
                      </a:r>
                      <a:r>
                        <a:rPr lang="ko-KR" altLang="en-US" sz="1200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만 허용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621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공급량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int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페이퍼로지 4 Regular" pitchFamily="2" charset="-127"/>
                          <a:ea typeface="페이퍼로지 4 Regular" pitchFamily="2" charset="-127"/>
                        </a:rPr>
                        <a:t>N</a:t>
                      </a:r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4497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74314D9-AC9F-4D4D-D815-4FDE4140C886}"/>
              </a:ext>
            </a:extLst>
          </p:cNvPr>
          <p:cNvSpPr txBox="1"/>
          <p:nvPr/>
        </p:nvSpPr>
        <p:spPr>
          <a:xfrm>
            <a:off x="5367274" y="973693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페이퍼로지 4 Regular" pitchFamily="2" charset="-127"/>
                <a:ea typeface="페이퍼로지 4 Regular" pitchFamily="2" charset="-127"/>
              </a:rPr>
              <a:t>테이블 명세서</a:t>
            </a:r>
          </a:p>
        </p:txBody>
      </p:sp>
    </p:spTree>
    <p:extLst>
      <p:ext uri="{BB962C8B-B14F-4D97-AF65-F5344CB8AC3E}">
        <p14:creationId xmlns:p14="http://schemas.microsoft.com/office/powerpoint/2010/main" val="1935383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와이드스크린</PresentationFormat>
  <Paragraphs>68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페이퍼로지 4 Regular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박찬웅</dc:creator>
  <cp:lastModifiedBy>박찬웅</cp:lastModifiedBy>
  <cp:revision>1</cp:revision>
  <dcterms:created xsi:type="dcterms:W3CDTF">2025-11-10T07:41:53Z</dcterms:created>
  <dcterms:modified xsi:type="dcterms:W3CDTF">2025-11-10T07:42:14Z</dcterms:modified>
</cp:coreProperties>
</file>